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234440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27432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EEF4FF"/>
                </a:solidFill>
                <a:latin typeface="Microsoft YaHei UI"/>
                <a:ea typeface="Microsoft YaHei UI"/>
              </a:rPr>
              <a:t>费曼反向学校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6118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D3EE"/>
                </a:solidFill>
                <a:latin typeface="Microsoft YaHei UI"/>
                <a:ea typeface="Microsoft YaHei UI"/>
              </a:rPr>
              <a:t>教会 AI 才算学会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3159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93A6CF"/>
                </a:solidFill>
                <a:latin typeface="Microsoft YaHei UI"/>
                <a:ea typeface="Microsoft YaHei UI"/>
              </a:rPr>
              <a:t>输出倒逼输入，AI 越笨，用户越强。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074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费曼学习法 × 游戏化通关 × 大模型多模态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产品宣传 · v1.3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为什么我们学了就忘？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00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60020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013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只看不输出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13432"/>
            <a:ext cx="294436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看视频、划重点、抄笔记，都是输入。
没有输出，大脑不会真正建立连接。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00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600200"/>
            <a:ext cx="73152" cy="2057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013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以为懂了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13432"/>
            <a:ext cx="294436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看懂别人的讲解，和能自己讲清楚，
是两种完全不同的能力。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00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600200"/>
            <a:ext cx="73152" cy="205740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013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缺少反馈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13432"/>
            <a:ext cx="294436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没有人追问、挑错、要求举例，
盲点永远藏在“我觉得我会了”里。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60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EF4FF"/>
                </a:solidFill>
                <a:latin typeface="Microsoft YaHei UI"/>
                <a:ea typeface="Microsoft YaHei UI"/>
              </a:rPr>
              <a:t>真正的学会，不是看懂，而是能讲清楚、经得起追问。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29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93A6CF"/>
                </a:solidFill>
                <a:latin typeface="Microsoft YaHei UI"/>
                <a:ea typeface="Microsoft YaHei UI"/>
              </a:rPr>
              <a:t>费曼反向学校把“讲清楚”变成通关条件。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费曼反向学校是什么？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10698480" cy="1234440"/>
          </a:xfrm>
          <a:prstGeom prst="roundRect">
            <a:avLst>
              <a:gd name="adj" fmla="val 8000"/>
            </a:avLst>
          </a:prstGeom>
          <a:solidFill>
            <a:srgbClr val="131F3A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55648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2D3EE"/>
                </a:solidFill>
                <a:latin typeface="Microsoft YaHei UI"/>
                <a:ea typeface="Microsoft YaHei UI"/>
              </a:rPr>
              <a:t>AI 不扮演老师，而是扮演一个“装傻的学生”。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EEF4FF"/>
                </a:solidFill>
                <a:latin typeface="Microsoft YaHei UI"/>
                <a:ea typeface="Microsoft YaHei UI"/>
              </a:rPr>
              <a:t>用户学完一个知识点后，必须把这个知识点讲给 AI 听。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EF4FF"/>
                </a:solidFill>
                <a:latin typeface="Microsoft YaHei UI"/>
                <a:ea typeface="Microsoft YaHei UI"/>
              </a:rPr>
              <a:t>AI 会追问、犯错、要求举例；讲不清时明确表示“我还没懂”。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EF4FF"/>
                </a:solidFill>
                <a:latin typeface="Microsoft YaHei UI"/>
                <a:ea typeface="Microsoft YaHei UI"/>
              </a:rPr>
              <a:t>只有 AI 真正学会并通过考试，用户才算通关。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3492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D8CFF"/>
                </a:solidFill>
                <a:latin typeface="Microsoft YaHei UI"/>
                <a:ea typeface="Microsoft YaHei UI"/>
              </a:rPr>
              <a:t>把“输出”从可选动作，变成必须完成的游戏关卡。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三步玩法：讲给 AI 听，把 AI 教会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73152" cy="2743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  <a:latin typeface="Microsoft YaHei UI"/>
                <a:ea typeface="Microsoft YaHei UI"/>
              </a:rPr>
              <a:t>用户讲解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2944368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用大白话讲清知识点、原理、例子。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D3EE"/>
                </a:solidFill>
                <a:latin typeface="Microsoft YaHei UI"/>
                <a:ea typeface="Microsoft YaHei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88036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93A6CF"/>
                </a:solidFill>
                <a:latin typeface="Microsoft YaHei UI"/>
                <a:ea typeface="Microsoft YaHei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828800"/>
            <a:ext cx="73152" cy="274320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299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  <a:latin typeface="Microsoft YaHei UI"/>
                <a:ea typeface="Microsoft YaHei UI"/>
              </a:rPr>
              <a:t>AI 装傻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42032"/>
            <a:ext cx="2944368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追问、犯典型错误、要求举例，暴露盲点。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0690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6D8CFF"/>
                </a:solidFill>
                <a:latin typeface="Microsoft YaHei UI"/>
                <a:ea typeface="Microsoft YaHei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8036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93A6CF"/>
                </a:solidFill>
                <a:latin typeface="Microsoft YaHei UI"/>
                <a:ea typeface="Microsoft YaHei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8288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828800"/>
            <a:ext cx="73152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0299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  <a:latin typeface="Microsoft YaHei UI"/>
                <a:ea typeface="Microsoft YaHei UI"/>
              </a:rPr>
              <a:t>考试通过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42032"/>
            <a:ext cx="2944368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达到标准，AI 输出“我学会了/考试通过”。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690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C55E"/>
                </a:solidFill>
                <a:latin typeface="Microsoft YaHei UI"/>
                <a:ea typeface="Microsoft YaHei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206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93A6CF"/>
                </a:solidFill>
                <a:latin typeface="Microsoft YaHei UI"/>
                <a:ea typeface="Microsoft YaHei UI"/>
              </a:rPr>
              <a:t>输入只是开始，输出才是真正的学习。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六个核心优势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08760"/>
            <a:ext cx="73152" cy="1965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输出倒逼输入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1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必须讲出来，输入自然更认真、更主动。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0876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508760"/>
            <a:ext cx="73152" cy="196596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AI 装傻学生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21991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追问、犯错、要例子，持续暴露理解盲点。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50876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508760"/>
            <a:ext cx="73152" cy="1965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考试式通关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21991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达到标准才通过，学习结果可感知。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65760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3657600"/>
            <a:ext cx="73152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8587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多模态输入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70832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支持文本、Markdown、LaTeX、图片识图。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65760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8" y="3657600"/>
            <a:ext cx="73152" cy="1965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8587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沉浸式体验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70832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流式回复、移动端适配、进度可视化。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65760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3657600"/>
            <a:ext cx="73152" cy="196596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8587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商业化闭环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70832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激活码、时长/次数、后台统计一键打通。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AI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AI 学生如何“装傻”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73152" cy="2468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主动追问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2167128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每轮至少提出一个问题，逼近知识盲点。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7" y="1874519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7" y="1874519"/>
            <a:ext cx="73152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207568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典型错误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587752"/>
            <a:ext cx="2167128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故意犯该知识点的常见误区，等用户纠正。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874519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874519"/>
            <a:ext cx="73152" cy="246888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7568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要求举例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87752"/>
            <a:ext cx="2167128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要求用户举例、换种说法、做小题。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7" y="1874519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6567" y="1874519"/>
            <a:ext cx="73152" cy="2468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207568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明确没懂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587752"/>
            <a:ext cx="2167128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讲不清就说“我还没懂，因为……”，绝不敷衍。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800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EF4FF"/>
                </a:solidFill>
                <a:latin typeface="Microsoft YaHei UI"/>
                <a:ea typeface="Microsoft YaHei UI"/>
              </a:rPr>
              <a:t>AI 越会暴露不懂，用户越必须真正学懂。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学习体验亮点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08760"/>
            <a:ext cx="73152" cy="16916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4727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Markdown + LaTeX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1"/>
            <a:ext cx="472744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AI 回复支持代码块、表格、公式，适合数学、物理、计算机等学科。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73152" cy="169164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09928"/>
            <a:ext cx="4727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DeepSeek 识图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221991"/>
            <a:ext cx="472744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图片直接识别文字和公式，自动整理为 Markdown / LaTeX。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79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3383279"/>
            <a:ext cx="73152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84448"/>
            <a:ext cx="4727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逐字流式回复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96511"/>
            <a:ext cx="472744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像真实对话一样逐字出现，学习节奏更自然。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83279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383279"/>
            <a:ext cx="73152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584448"/>
            <a:ext cx="4727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账号与余额可恢复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096511"/>
            <a:ext cx="472744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换设备可用激活码恢复已有账号，余额不丢。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3492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3A6CF"/>
                </a:solidFill>
                <a:latin typeface="Microsoft YaHei UI"/>
                <a:ea typeface="Microsoft YaHei UI"/>
              </a:rPr>
              <a:t>从输入、理解到输出，所有环节都被重新设计。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商业化与授权机制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08760"/>
            <a:ext cx="73152" cy="21945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一次性激活码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1"/>
            <a:ext cx="294436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服务端 HMAC 核销，一码全平台仅兑换一次。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0876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508760"/>
            <a:ext cx="73152" cy="219456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时长 / 次数套餐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21991"/>
            <a:ext cx="294436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支持按小时、按天、按次数；可加时、可叠加。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50876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508760"/>
            <a:ext cx="73152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暂停与续接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21991"/>
            <a:ext cx="294436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进入聊天页计时、离开自动暂停；历史对话可恢复。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77639"/>
            <a:ext cx="10698480" cy="15544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3977639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78807"/>
            <a:ext cx="102595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EF4FF"/>
                </a:solidFill>
                <a:latin typeface="Microsoft YaHei UI"/>
                <a:ea typeface="Microsoft YaHei UI"/>
              </a:rPr>
              <a:t>公众号分发闭环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90872"/>
            <a:ext cx="10259567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用户在公众号下单 → 你生成激活码 → 发送给用户 → 网页输入激活码 → 后端核销并记录。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技术架构：安全、稳定、易部署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251460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011680"/>
            <a:ext cx="73152" cy="2377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用户浏览器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24912"/>
            <a:ext cx="20756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GitHub Pages 静态前端
聊天记录存本地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3063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93A6CF"/>
                </a:solidFill>
                <a:latin typeface="Microsoft YaHei UI"/>
                <a:ea typeface="Microsoft YaHei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2011680"/>
            <a:ext cx="251460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2011680"/>
            <a:ext cx="73152" cy="237744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212848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Cloudflare 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724912"/>
            <a:ext cx="20756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鉴权、套餐、限流
隐藏 DeepSeek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3063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93A6CF"/>
                </a:solidFill>
                <a:latin typeface="Microsoft YaHei UI"/>
                <a:ea typeface="Microsoft YaHei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2011680"/>
            <a:ext cx="251460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19088" y="2011680"/>
            <a:ext cx="73152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12848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DeepSeek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24912"/>
            <a:ext cx="20756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文本对话 + 视觉识图
流式输出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3063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93A6CF"/>
                </a:solidFill>
                <a:latin typeface="Microsoft YaHei UI"/>
                <a:ea typeface="Microsoft YaHei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3728" y="2011680"/>
            <a:ext cx="251460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53728" y="2011680"/>
            <a:ext cx="73152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12848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KV / 运营后台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724912"/>
            <a:ext cx="20756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激活码核销、余额
Token 用量、金额统计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8920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前端不暴露大模型 Key；授权、计时、用量统计全部在服务端完成。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谁最适合使用？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659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965960"/>
            <a:ext cx="73152" cy="2377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6712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学生 / 备考党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79191"/>
            <a:ext cx="21671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数学、物理、计算机、考研、雅思托福。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7" y="19659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7" y="1965960"/>
            <a:ext cx="73152" cy="237744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216712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知识工作者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679191"/>
            <a:ext cx="21671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快速吃透新领域、写文章前先讲一遍。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9659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965960"/>
            <a:ext cx="73152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6712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教师 / 培训师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79191"/>
            <a:ext cx="21671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用“反向教学”检验自己是否真懂。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7" y="19659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6567" y="1965960"/>
            <a:ext cx="73152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216712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自学者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679191"/>
            <a:ext cx="21671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读书、看课后，把知识讲给 AI 学生听。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846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EF4FF"/>
                </a:solidFill>
                <a:latin typeface="Microsoft YaHei UI"/>
                <a:ea typeface="Microsoft YaHei UI"/>
              </a:rPr>
              <a:t>只要你需要“真正学会”，而不是“看起来学过”。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商业模式与增长路径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EEF4FF"/>
                </a:solidFill>
                <a:latin typeface="Microsoft YaHei UI"/>
                <a:ea typeface="Microsoft YaHei UI"/>
              </a:rPr>
              <a:t>① 体验装：1 小时 / 少量次数，低价引流。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4FF"/>
                </a:solidFill>
                <a:latin typeface="Microsoft YaHei UI"/>
                <a:ea typeface="Microsoft YaHei UI"/>
              </a:rPr>
              <a:t>② 标准装：按天 / 按月，满足持续学习。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4FF"/>
                </a:solidFill>
                <a:latin typeface="Microsoft YaHei UI"/>
                <a:ea typeface="Microsoft YaHei UI"/>
              </a:rPr>
              <a:t>③ 次数包：随用随扣，适合低频用户。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4FF"/>
                </a:solidFill>
                <a:latin typeface="Microsoft YaHei UI"/>
                <a:ea typeface="Microsoft YaHei UI"/>
              </a:rPr>
              <a:t>④ 加时包：有效期内叠加，提高复购。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4FF"/>
                </a:solidFill>
                <a:latin typeface="Microsoft YaHei UI"/>
                <a:ea typeface="Microsoft YaHei UI"/>
              </a:rPr>
              <a:t>⑤ 后续：题库、学习报告、班级版、企业培训。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2918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73152" cy="3291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847088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  <a:latin typeface="Microsoft YaHei UI"/>
                <a:ea typeface="Microsoft YaHei UI"/>
              </a:rPr>
              <a:t>公众号卖点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59152"/>
            <a:ext cx="4773168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3A6CF"/>
                </a:solidFill>
                <a:latin typeface="Microsoft YaHei UI"/>
                <a:ea typeface="Microsoft YaHei UI"/>
              </a:rPr>
              <a:t>“教会 AI 才算学会”
不是卖课程，而是卖一种
可验证、可通关的学习结果。
用户越用越强，越强越想分享。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5448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54480"/>
            <a:ext cx="9144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1907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Microsoft YaHei UI"/>
                <a:ea typeface="Microsoft YaHei UI"/>
              </a:rPr>
              <a:t>v1.3 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55648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AI 装傻学生、流式对话、激活码、计时/次数、后台统计、DeepSeek 识图。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7180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971800"/>
            <a:ext cx="91440" cy="1143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363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Microsoft YaHei UI"/>
                <a:ea typeface="Microsoft YaHei UI"/>
              </a:rPr>
              <a:t>v1.4 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72968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学习报告、薄弱点分析、分享战绩、自动发码。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38912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4389120"/>
            <a:ext cx="91440" cy="114300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5537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D8CFF"/>
                </a:solidFill>
                <a:latin typeface="Microsoft YaHei UI"/>
                <a:ea typeface="Microsoft YaHei UI"/>
              </a:rPr>
              <a:t>v2.0 计划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590288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题库训练、班级/小组、教师后台、多模型接入。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96012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423160"/>
            <a:ext cx="107259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EEF4FF"/>
                </a:solidFill>
                <a:latin typeface="Microsoft YaHei UI"/>
                <a:ea typeface="Microsoft YaHei UI"/>
              </a:rPr>
              <a:t>教会 AI，才算学会。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22D3EE"/>
                </a:solidFill>
                <a:latin typeface="Microsoft YaHei UI"/>
                <a:ea typeface="Microsoft YaHei UI"/>
              </a:rPr>
              <a:t>输出倒逼输入，AI 越笨，用户越强。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725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3A6CF"/>
                </a:solidFill>
                <a:latin typeface="Microsoft YaHei UI"/>
                <a:ea typeface="Microsoft YaHei UI"/>
              </a:rPr>
              <a:t>体验地址：https://hu080608.github.io/feynman-reverse-school/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制作者：胡胜杰 · v1.3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